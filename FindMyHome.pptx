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58" r:id="rId3"/>
  </p:sldMasterIdLst>
  <p:sldIdLst>
    <p:sldId id="256" r:id="rId4"/>
    <p:sldId id="257" r:id="rId5"/>
    <p:sldId id="259" r:id="rId6"/>
    <p:sldId id="260" r:id="rId7"/>
    <p:sldId id="261" r:id="rId8"/>
    <p:sldId id="263" r:id="rId9"/>
    <p:sldId id="264" r:id="rId10"/>
    <p:sldId id="265" r:id="rId11"/>
    <p:sldId id="266" r:id="rId12"/>
    <p:sldId id="267"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pericharla@gmail.com" userId="d5eb0087d6889256" providerId="LiveId" clId="{09A44873-7AD6-429E-A6C4-D74034482F3F}"/>
    <pc:docChg chg="custSel addSld delSld modSld delMainMaster">
      <pc:chgData name="haripericharla@gmail.com" userId="d5eb0087d6889256" providerId="LiveId" clId="{09A44873-7AD6-429E-A6C4-D74034482F3F}" dt="2025-04-29T15:02:19.103" v="35" actId="2696"/>
      <pc:docMkLst>
        <pc:docMk/>
      </pc:docMkLst>
      <pc:sldChg chg="modSp mod">
        <pc:chgData name="haripericharla@gmail.com" userId="d5eb0087d6889256" providerId="LiveId" clId="{09A44873-7AD6-429E-A6C4-D74034482F3F}" dt="2025-04-27T06:51:59.353" v="0" actId="255"/>
        <pc:sldMkLst>
          <pc:docMk/>
          <pc:sldMk cId="0" sldId="257"/>
        </pc:sldMkLst>
        <pc:spChg chg="mod">
          <ac:chgData name="haripericharla@gmail.com" userId="d5eb0087d6889256" providerId="LiveId" clId="{09A44873-7AD6-429E-A6C4-D74034482F3F}" dt="2025-04-27T06:51:59.353" v="0" actId="255"/>
          <ac:spMkLst>
            <pc:docMk/>
            <pc:sldMk cId="0" sldId="257"/>
            <ac:spMk id="100" creationId="{00000000-0000-0000-0000-000000000000}"/>
          </ac:spMkLst>
        </pc:spChg>
      </pc:sldChg>
      <pc:sldChg chg="del">
        <pc:chgData name="haripericharla@gmail.com" userId="d5eb0087d6889256" providerId="LiveId" clId="{09A44873-7AD6-429E-A6C4-D74034482F3F}" dt="2025-04-29T15:02:19.103" v="35" actId="2696"/>
        <pc:sldMkLst>
          <pc:docMk/>
          <pc:sldMk cId="0" sldId="258"/>
        </pc:sldMkLst>
      </pc:sldChg>
      <pc:sldChg chg="modSp mod">
        <pc:chgData name="haripericharla@gmail.com" userId="d5eb0087d6889256" providerId="LiveId" clId="{09A44873-7AD6-429E-A6C4-D74034482F3F}" dt="2025-04-27T06:52:15.902" v="2" actId="255"/>
        <pc:sldMkLst>
          <pc:docMk/>
          <pc:sldMk cId="0" sldId="260"/>
        </pc:sldMkLst>
        <pc:spChg chg="mod">
          <ac:chgData name="haripericharla@gmail.com" userId="d5eb0087d6889256" providerId="LiveId" clId="{09A44873-7AD6-429E-A6C4-D74034482F3F}" dt="2025-04-27T06:52:15.902" v="2" actId="255"/>
          <ac:spMkLst>
            <pc:docMk/>
            <pc:sldMk cId="0" sldId="260"/>
            <ac:spMk id="108" creationId="{00000000-0000-0000-0000-000000000000}"/>
          </ac:spMkLst>
        </pc:spChg>
      </pc:sldChg>
      <pc:sldChg chg="modSp mod">
        <pc:chgData name="haripericharla@gmail.com" userId="d5eb0087d6889256" providerId="LiveId" clId="{09A44873-7AD6-429E-A6C4-D74034482F3F}" dt="2025-04-27T06:52:35.907" v="4" actId="14100"/>
        <pc:sldMkLst>
          <pc:docMk/>
          <pc:sldMk cId="0" sldId="261"/>
        </pc:sldMkLst>
        <pc:spChg chg="mod">
          <ac:chgData name="haripericharla@gmail.com" userId="d5eb0087d6889256" providerId="LiveId" clId="{09A44873-7AD6-429E-A6C4-D74034482F3F}" dt="2025-04-27T06:52:35.907" v="4" actId="14100"/>
          <ac:spMkLst>
            <pc:docMk/>
            <pc:sldMk cId="0" sldId="261"/>
            <ac:spMk id="111" creationId="{00000000-0000-0000-0000-000000000000}"/>
          </ac:spMkLst>
        </pc:spChg>
      </pc:sldChg>
      <pc:sldChg chg="del">
        <pc:chgData name="haripericharla@gmail.com" userId="d5eb0087d6889256" providerId="LiveId" clId="{09A44873-7AD6-429E-A6C4-D74034482F3F}" dt="2025-04-29T15:01:51.882" v="34" actId="2696"/>
        <pc:sldMkLst>
          <pc:docMk/>
          <pc:sldMk cId="0" sldId="262"/>
        </pc:sldMkLst>
      </pc:sldChg>
      <pc:sldChg chg="modSp mod">
        <pc:chgData name="haripericharla@gmail.com" userId="d5eb0087d6889256" providerId="LiveId" clId="{09A44873-7AD6-429E-A6C4-D74034482F3F}" dt="2025-04-27T06:52:51.113" v="6" actId="14100"/>
        <pc:sldMkLst>
          <pc:docMk/>
          <pc:sldMk cId="0" sldId="263"/>
        </pc:sldMkLst>
        <pc:spChg chg="mod">
          <ac:chgData name="haripericharla@gmail.com" userId="d5eb0087d6889256" providerId="LiveId" clId="{09A44873-7AD6-429E-A6C4-D74034482F3F}" dt="2025-04-27T06:52:51.113" v="6" actId="14100"/>
          <ac:spMkLst>
            <pc:docMk/>
            <pc:sldMk cId="0" sldId="263"/>
            <ac:spMk id="116" creationId="{00000000-0000-0000-0000-000000000000}"/>
          </ac:spMkLst>
        </pc:spChg>
      </pc:sldChg>
      <pc:sldChg chg="modSp mod">
        <pc:chgData name="haripericharla@gmail.com" userId="d5eb0087d6889256" providerId="LiveId" clId="{09A44873-7AD6-429E-A6C4-D74034482F3F}" dt="2025-04-27T06:53:04.265" v="8" actId="14100"/>
        <pc:sldMkLst>
          <pc:docMk/>
          <pc:sldMk cId="0" sldId="264"/>
        </pc:sldMkLst>
        <pc:spChg chg="mod">
          <ac:chgData name="haripericharla@gmail.com" userId="d5eb0087d6889256" providerId="LiveId" clId="{09A44873-7AD6-429E-A6C4-D74034482F3F}" dt="2025-04-27T06:53:04.265" v="8" actId="14100"/>
          <ac:spMkLst>
            <pc:docMk/>
            <pc:sldMk cId="0" sldId="264"/>
            <ac:spMk id="118" creationId="{00000000-0000-0000-0000-000000000000}"/>
          </ac:spMkLst>
        </pc:spChg>
      </pc:sldChg>
      <pc:sldChg chg="modSp mod">
        <pc:chgData name="haripericharla@gmail.com" userId="d5eb0087d6889256" providerId="LiveId" clId="{09A44873-7AD6-429E-A6C4-D74034482F3F}" dt="2025-04-27T06:53:17.201" v="9" actId="255"/>
        <pc:sldMkLst>
          <pc:docMk/>
          <pc:sldMk cId="0" sldId="265"/>
        </pc:sldMkLst>
        <pc:spChg chg="mod">
          <ac:chgData name="haripericharla@gmail.com" userId="d5eb0087d6889256" providerId="LiveId" clId="{09A44873-7AD6-429E-A6C4-D74034482F3F}" dt="2025-04-27T06:53:17.201" v="9" actId="255"/>
          <ac:spMkLst>
            <pc:docMk/>
            <pc:sldMk cId="0" sldId="265"/>
            <ac:spMk id="120" creationId="{00000000-0000-0000-0000-000000000000}"/>
          </ac:spMkLst>
        </pc:spChg>
      </pc:sldChg>
      <pc:sldChg chg="delSp modSp del mod">
        <pc:chgData name="haripericharla@gmail.com" userId="d5eb0087d6889256" providerId="LiveId" clId="{09A44873-7AD6-429E-A6C4-D74034482F3F}" dt="2025-04-27T06:55:26.831" v="14" actId="2696"/>
        <pc:sldMkLst>
          <pc:docMk/>
          <pc:sldMk cId="0" sldId="267"/>
        </pc:sldMkLst>
      </pc:sldChg>
      <pc:sldChg chg="modSp new mod">
        <pc:chgData name="haripericharla@gmail.com" userId="d5eb0087d6889256" providerId="LiveId" clId="{09A44873-7AD6-429E-A6C4-D74034482F3F}" dt="2025-04-27T06:56:30.265" v="33" actId="14100"/>
        <pc:sldMkLst>
          <pc:docMk/>
          <pc:sldMk cId="4198145073" sldId="267"/>
        </pc:sldMkLst>
        <pc:spChg chg="mod">
          <ac:chgData name="haripericharla@gmail.com" userId="d5eb0087d6889256" providerId="LiveId" clId="{09A44873-7AD6-429E-A6C4-D74034482F3F}" dt="2025-04-27T06:56:30.265" v="33" actId="14100"/>
          <ac:spMkLst>
            <pc:docMk/>
            <pc:sldMk cId="4198145073" sldId="267"/>
            <ac:spMk id="2" creationId="{898ED192-A629-7938-79FE-1A5165A6E8B8}"/>
          </ac:spMkLst>
        </pc:spChg>
        <pc:spChg chg="mod">
          <ac:chgData name="haripericharla@gmail.com" userId="d5eb0087d6889256" providerId="LiveId" clId="{09A44873-7AD6-429E-A6C4-D74034482F3F}" dt="2025-04-27T06:56:25.636" v="31" actId="14100"/>
          <ac:spMkLst>
            <pc:docMk/>
            <pc:sldMk cId="4198145073" sldId="267"/>
            <ac:spMk id="3" creationId="{BFC925F9-95EA-E2AA-1526-973590803B22}"/>
          </ac:spMkLst>
        </pc:spChg>
      </pc:sldChg>
      <pc:sldMasterChg chg="del delSldLayout">
        <pc:chgData name="haripericharla@gmail.com" userId="d5eb0087d6889256" providerId="LiveId" clId="{09A44873-7AD6-429E-A6C4-D74034482F3F}" dt="2025-04-27T06:52:08.589" v="1"/>
        <pc:sldMasterMkLst>
          <pc:docMk/>
          <pc:sldMasterMk cId="0" sldId="2147483650"/>
        </pc:sldMasterMkLst>
        <pc:sldLayoutChg chg="del">
          <pc:chgData name="haripericharla@gmail.com" userId="d5eb0087d6889256" providerId="LiveId" clId="{09A44873-7AD6-429E-A6C4-D74034482F3F}" dt="2025-04-27T06:52:08.589" v="1"/>
          <pc:sldLayoutMkLst>
            <pc:docMk/>
            <pc:sldMasterMk cId="0" sldId="2147483650"/>
            <pc:sldLayoutMk cId="0" sldId="2147483651"/>
          </pc:sldLayoutMkLst>
        </pc:sldLayoutChg>
      </pc:sldMasterChg>
      <pc:sldMasterChg chg="del delSldLayout">
        <pc:chgData name="haripericharla@gmail.com" userId="d5eb0087d6889256" providerId="LiveId" clId="{09A44873-7AD6-429E-A6C4-D74034482F3F}" dt="2025-04-27T06:52:08.589" v="1"/>
        <pc:sldMasterMkLst>
          <pc:docMk/>
          <pc:sldMasterMk cId="0" sldId="2147483652"/>
        </pc:sldMasterMkLst>
        <pc:sldLayoutChg chg="del">
          <pc:chgData name="haripericharla@gmail.com" userId="d5eb0087d6889256" providerId="LiveId" clId="{09A44873-7AD6-429E-A6C4-D74034482F3F}" dt="2025-04-27T06:52:08.589" v="1"/>
          <pc:sldLayoutMkLst>
            <pc:docMk/>
            <pc:sldMasterMk cId="0" sldId="2147483652"/>
            <pc:sldLayoutMk cId="0" sldId="2147483653"/>
          </pc:sldLayoutMkLst>
        </pc:sldLayoutChg>
      </pc:sldMasterChg>
      <pc:sldMasterChg chg="del delSldLayout">
        <pc:chgData name="haripericharla@gmail.com" userId="d5eb0087d6889256" providerId="LiveId" clId="{09A44873-7AD6-429E-A6C4-D74034482F3F}" dt="2025-04-27T06:52:08.589" v="1"/>
        <pc:sldMasterMkLst>
          <pc:docMk/>
          <pc:sldMasterMk cId="0" sldId="2147483654"/>
        </pc:sldMasterMkLst>
        <pc:sldLayoutChg chg="del">
          <pc:chgData name="haripericharla@gmail.com" userId="d5eb0087d6889256" providerId="LiveId" clId="{09A44873-7AD6-429E-A6C4-D74034482F3F}" dt="2025-04-27T06:52:08.589" v="1"/>
          <pc:sldLayoutMkLst>
            <pc:docMk/>
            <pc:sldMasterMk cId="0" sldId="2147483654"/>
            <pc:sldLayoutMk cId="0" sldId="2147483655"/>
          </pc:sldLayoutMkLst>
        </pc:sldLayoutChg>
      </pc:sldMasterChg>
      <pc:sldMasterChg chg="del delSldLayout">
        <pc:chgData name="haripericharla@gmail.com" userId="d5eb0087d6889256" providerId="LiveId" clId="{09A44873-7AD6-429E-A6C4-D74034482F3F}" dt="2025-04-27T06:52:08.589" v="1"/>
        <pc:sldMasterMkLst>
          <pc:docMk/>
          <pc:sldMasterMk cId="0" sldId="2147483660"/>
        </pc:sldMasterMkLst>
        <pc:sldLayoutChg chg="del">
          <pc:chgData name="haripericharla@gmail.com" userId="d5eb0087d6889256" providerId="LiveId" clId="{09A44873-7AD6-429E-A6C4-D74034482F3F}" dt="2025-04-27T06:52:08.589" v="1"/>
          <pc:sldLayoutMkLst>
            <pc:docMk/>
            <pc:sldMasterMk cId="0" sldId="2147483660"/>
            <pc:sldLayoutMk cId="0" sldId="2147483661"/>
          </pc:sldLayoutMkLst>
        </pc:sldLayoutChg>
      </pc:sldMasterChg>
      <pc:sldMasterChg chg="del delSldLayout">
        <pc:chgData name="haripericharla@gmail.com" userId="d5eb0087d6889256" providerId="LiveId" clId="{09A44873-7AD6-429E-A6C4-D74034482F3F}" dt="2025-04-27T06:52:08.589" v="1"/>
        <pc:sldMasterMkLst>
          <pc:docMk/>
          <pc:sldMasterMk cId="0" sldId="2147483662"/>
        </pc:sldMasterMkLst>
        <pc:sldLayoutChg chg="del">
          <pc:chgData name="haripericharla@gmail.com" userId="d5eb0087d6889256" providerId="LiveId" clId="{09A44873-7AD6-429E-A6C4-D74034482F3F}" dt="2025-04-27T06:52:08.589" v="1"/>
          <pc:sldLayoutMkLst>
            <pc:docMk/>
            <pc:sldMasterMk cId="0" sldId="2147483662"/>
            <pc:sldLayoutMk cId="0" sldId="2147483663"/>
          </pc:sldLayoutMkLst>
        </pc:sldLayoutChg>
      </pc:sldMasterChg>
      <pc:sldMasterChg chg="del delSldLayout">
        <pc:chgData name="haripericharla@gmail.com" userId="d5eb0087d6889256" providerId="LiveId" clId="{09A44873-7AD6-429E-A6C4-D74034482F3F}" dt="2025-04-27T06:52:08.589" v="1"/>
        <pc:sldMasterMkLst>
          <pc:docMk/>
          <pc:sldMasterMk cId="0" sldId="2147483664"/>
        </pc:sldMasterMkLst>
        <pc:sldLayoutChg chg="del">
          <pc:chgData name="haripericharla@gmail.com" userId="d5eb0087d6889256" providerId="LiveId" clId="{09A44873-7AD6-429E-A6C4-D74034482F3F}" dt="2025-04-27T06:52:08.589" v="1"/>
          <pc:sldLayoutMkLst>
            <pc:docMk/>
            <pc:sldMasterMk cId="0" sldId="2147483664"/>
            <pc:sldLayoutMk cId="0" sldId="2147483665"/>
          </pc:sldLayoutMkLst>
        </pc:sldLayoutChg>
      </pc:sldMasterChg>
      <pc:sldMasterChg chg="del delSldLayout">
        <pc:chgData name="haripericharla@gmail.com" userId="d5eb0087d6889256" providerId="LiveId" clId="{09A44873-7AD6-429E-A6C4-D74034482F3F}" dt="2025-04-27T06:52:08.589" v="1"/>
        <pc:sldMasterMkLst>
          <pc:docMk/>
          <pc:sldMasterMk cId="0" sldId="2147483666"/>
        </pc:sldMasterMkLst>
        <pc:sldLayoutChg chg="del">
          <pc:chgData name="haripericharla@gmail.com" userId="d5eb0087d6889256" providerId="LiveId" clId="{09A44873-7AD6-429E-A6C4-D74034482F3F}" dt="2025-04-27T06:52:08.589" v="1"/>
          <pc:sldLayoutMkLst>
            <pc:docMk/>
            <pc:sldMasterMk cId="0" sldId="2147483666"/>
            <pc:sldLayoutMk cId="0" sldId="2147483667"/>
          </pc:sldLayoutMkLst>
        </pc:sldLayoutChg>
      </pc:sldMasterChg>
      <pc:sldMasterChg chg="del delSldLayout">
        <pc:chgData name="haripericharla@gmail.com" userId="d5eb0087d6889256" providerId="LiveId" clId="{09A44873-7AD6-429E-A6C4-D74034482F3F}" dt="2025-04-27T06:52:08.589" v="1"/>
        <pc:sldMasterMkLst>
          <pc:docMk/>
          <pc:sldMasterMk cId="0" sldId="2147483668"/>
        </pc:sldMasterMkLst>
        <pc:sldLayoutChg chg="del">
          <pc:chgData name="haripericharla@gmail.com" userId="d5eb0087d6889256" providerId="LiveId" clId="{09A44873-7AD6-429E-A6C4-D74034482F3F}" dt="2025-04-27T06:52:08.589" v="1"/>
          <pc:sldLayoutMkLst>
            <pc:docMk/>
            <pc:sldMasterMk cId="0" sldId="2147483668"/>
            <pc:sldLayoutMk cId="0" sldId="2147483669"/>
          </pc:sldLayoutMkLst>
        </pc:sldLayoutChg>
      </pc:sldMasterChg>
      <pc:sldMasterChg chg="del delSldLayout">
        <pc:chgData name="haripericharla@gmail.com" userId="d5eb0087d6889256" providerId="LiveId" clId="{09A44873-7AD6-429E-A6C4-D74034482F3F}" dt="2025-04-29T15:02:19.103" v="35" actId="2696"/>
        <pc:sldMasterMkLst>
          <pc:docMk/>
          <pc:sldMasterMk cId="0" sldId="2147483670"/>
        </pc:sldMasterMkLst>
        <pc:sldLayoutChg chg="del">
          <pc:chgData name="haripericharla@gmail.com" userId="d5eb0087d6889256" providerId="LiveId" clId="{09A44873-7AD6-429E-A6C4-D74034482F3F}" dt="2025-04-29T15:02:19.103" v="35" actId="2696"/>
          <pc:sldLayoutMkLst>
            <pc:docMk/>
            <pc:sldMasterMk cId="0" sldId="2147483670"/>
            <pc:sldLayoutMk cId="0" sldId="2147483671"/>
          </pc:sldLayoutMkLst>
        </pc:sldLayoutChg>
      </pc:sldMasterChg>
      <pc:sldMasterChg chg="del delSldLayout">
        <pc:chgData name="haripericharla@gmail.com" userId="d5eb0087d6889256" providerId="LiveId" clId="{09A44873-7AD6-429E-A6C4-D74034482F3F}" dt="2025-04-27T06:52:08.589" v="1"/>
        <pc:sldMasterMkLst>
          <pc:docMk/>
          <pc:sldMasterMk cId="0" sldId="2147483672"/>
        </pc:sldMasterMkLst>
        <pc:sldLayoutChg chg="del">
          <pc:chgData name="haripericharla@gmail.com" userId="d5eb0087d6889256" providerId="LiveId" clId="{09A44873-7AD6-429E-A6C4-D74034482F3F}" dt="2025-04-27T06:52:08.589" v="1"/>
          <pc:sldLayoutMkLst>
            <pc:docMk/>
            <pc:sldMasterMk cId="0" sldId="2147483672"/>
            <pc:sldLayoutMk cId="0" sldId="2147483673"/>
          </pc:sldLayoutMkLst>
        </pc:sldLayoutChg>
      </pc:sldMasterChg>
      <pc:sldMasterChg chg="del delSldLayout">
        <pc:chgData name="haripericharla@gmail.com" userId="d5eb0087d6889256" providerId="LiveId" clId="{09A44873-7AD6-429E-A6C4-D74034482F3F}" dt="2025-04-27T06:52:08.589" v="1"/>
        <pc:sldMasterMkLst>
          <pc:docMk/>
          <pc:sldMasterMk cId="0" sldId="2147483674"/>
        </pc:sldMasterMkLst>
        <pc:sldLayoutChg chg="del">
          <pc:chgData name="haripericharla@gmail.com" userId="d5eb0087d6889256" providerId="LiveId" clId="{09A44873-7AD6-429E-A6C4-D74034482F3F}" dt="2025-04-27T06:52:08.589" v="1"/>
          <pc:sldLayoutMkLst>
            <pc:docMk/>
            <pc:sldMasterMk cId="0" sldId="2147483674"/>
            <pc:sldLayoutMk cId="0" sldId="2147483675"/>
          </pc:sldLayoutMkLst>
        </pc:sldLayoutChg>
      </pc:sldMasterChg>
      <pc:sldMasterChg chg="del delSldLayout">
        <pc:chgData name="haripericharla@gmail.com" userId="d5eb0087d6889256" providerId="LiveId" clId="{09A44873-7AD6-429E-A6C4-D74034482F3F}" dt="2025-04-27T06:55:26.831" v="14" actId="2696"/>
        <pc:sldMasterMkLst>
          <pc:docMk/>
          <pc:sldMasterMk cId="0" sldId="2147483676"/>
        </pc:sldMasterMkLst>
        <pc:sldLayoutChg chg="del">
          <pc:chgData name="haripericharla@gmail.com" userId="d5eb0087d6889256" providerId="LiveId" clId="{09A44873-7AD6-429E-A6C4-D74034482F3F}" dt="2025-04-27T06:55:26.831" v="14" actId="2696"/>
          <pc:sldLayoutMkLst>
            <pc:docMk/>
            <pc:sldMasterMk cId="0" sldId="2147483676"/>
            <pc:sldLayoutMk cId="0" sldId="2147483677"/>
          </pc:sldLayoutMkLst>
        </pc:sldLayoutChg>
      </pc:sldMasterChg>
      <pc:sldMasterChg chg="del delSldLayout">
        <pc:chgData name="haripericharla@gmail.com" userId="d5eb0087d6889256" providerId="LiveId" clId="{09A44873-7AD6-429E-A6C4-D74034482F3F}" dt="2025-04-27T06:52:08.589" v="1"/>
        <pc:sldMasterMkLst>
          <pc:docMk/>
          <pc:sldMasterMk cId="0" sldId="2147483678"/>
        </pc:sldMasterMkLst>
        <pc:sldLayoutChg chg="del">
          <pc:chgData name="haripericharla@gmail.com" userId="d5eb0087d6889256" providerId="LiveId" clId="{09A44873-7AD6-429E-A6C4-D74034482F3F}" dt="2025-04-27T06:52:08.589" v="1"/>
          <pc:sldLayoutMkLst>
            <pc:docMk/>
            <pc:sldMasterMk cId="0" sldId="2147483678"/>
            <pc:sldLayoutMk cId="0" sldId="2147483679"/>
          </pc:sldLayoutMkLst>
        </pc:sldLayoutChg>
      </pc:sldMasterChg>
      <pc:sldMasterChg chg="del delSldLayout">
        <pc:chgData name="haripericharla@gmail.com" userId="d5eb0087d6889256" providerId="LiveId" clId="{09A44873-7AD6-429E-A6C4-D74034482F3F}" dt="2025-04-27T06:52:08.589" v="1"/>
        <pc:sldMasterMkLst>
          <pc:docMk/>
          <pc:sldMasterMk cId="0" sldId="2147483680"/>
        </pc:sldMasterMkLst>
        <pc:sldLayoutChg chg="del">
          <pc:chgData name="haripericharla@gmail.com" userId="d5eb0087d6889256" providerId="LiveId" clId="{09A44873-7AD6-429E-A6C4-D74034482F3F}" dt="2025-04-27T06:52:08.589" v="1"/>
          <pc:sldLayoutMkLst>
            <pc:docMk/>
            <pc:sldMasterMk cId="0" sldId="2147483680"/>
            <pc:sldLayoutMk cId="0" sldId="2147483681"/>
          </pc:sldLayoutMkLst>
        </pc:sldLayoutChg>
      </pc:sldMasterChg>
      <pc:sldMasterChg chg="del delSldLayout">
        <pc:chgData name="haripericharla@gmail.com" userId="d5eb0087d6889256" providerId="LiveId" clId="{09A44873-7AD6-429E-A6C4-D74034482F3F}" dt="2025-04-27T06:52:08.589" v="1"/>
        <pc:sldMasterMkLst>
          <pc:docMk/>
          <pc:sldMasterMk cId="0" sldId="2147483682"/>
        </pc:sldMasterMkLst>
        <pc:sldLayoutChg chg="del">
          <pc:chgData name="haripericharla@gmail.com" userId="d5eb0087d6889256" providerId="LiveId" clId="{09A44873-7AD6-429E-A6C4-D74034482F3F}" dt="2025-04-27T06:52:08.589" v="1"/>
          <pc:sldLayoutMkLst>
            <pc:docMk/>
            <pc:sldMasterMk cId="0" sldId="2147483682"/>
            <pc:sldLayoutMk cId="0" sldId="2147483683"/>
          </pc:sldLayoutMkLst>
        </pc:sldLayoutChg>
      </pc:sldMasterChg>
      <pc:sldMasterChg chg="del delSldLayout">
        <pc:chgData name="haripericharla@gmail.com" userId="d5eb0087d6889256" providerId="LiveId" clId="{09A44873-7AD6-429E-A6C4-D74034482F3F}" dt="2025-04-27T06:52:08.589" v="1"/>
        <pc:sldMasterMkLst>
          <pc:docMk/>
          <pc:sldMasterMk cId="0" sldId="2147483684"/>
        </pc:sldMasterMkLst>
        <pc:sldLayoutChg chg="del">
          <pc:chgData name="haripericharla@gmail.com" userId="d5eb0087d6889256" providerId="LiveId" clId="{09A44873-7AD6-429E-A6C4-D74034482F3F}" dt="2025-04-27T06:52:08.589" v="1"/>
          <pc:sldLayoutMkLst>
            <pc:docMk/>
            <pc:sldMasterMk cId="0" sldId="2147483684"/>
            <pc:sldLayoutMk cId="0" sldId="2147483685"/>
          </pc:sldLayoutMkLst>
        </pc:sldLayoutChg>
      </pc:sldMasterChg>
      <pc:sldMasterChg chg="del delSldLayout">
        <pc:chgData name="haripericharla@gmail.com" userId="d5eb0087d6889256" providerId="LiveId" clId="{09A44873-7AD6-429E-A6C4-D74034482F3F}" dt="2025-04-27T06:52:08.589" v="1"/>
        <pc:sldMasterMkLst>
          <pc:docMk/>
          <pc:sldMasterMk cId="0" sldId="2147483686"/>
        </pc:sldMasterMkLst>
        <pc:sldLayoutChg chg="del">
          <pc:chgData name="haripericharla@gmail.com" userId="d5eb0087d6889256" providerId="LiveId" clId="{09A44873-7AD6-429E-A6C4-D74034482F3F}" dt="2025-04-27T06:52:08.589" v="1"/>
          <pc:sldLayoutMkLst>
            <pc:docMk/>
            <pc:sldMasterMk cId="0" sldId="2147483686"/>
            <pc:sldLayoutMk cId="0" sldId="2147483687"/>
          </pc:sldLayoutMkLst>
        </pc:sldLayoutChg>
      </pc:sldMasterChg>
      <pc:sldMasterChg chg="del delSldLayout">
        <pc:chgData name="haripericharla@gmail.com" userId="d5eb0087d6889256" providerId="LiveId" clId="{09A44873-7AD6-429E-A6C4-D74034482F3F}" dt="2025-04-27T06:52:08.589" v="1"/>
        <pc:sldMasterMkLst>
          <pc:docMk/>
          <pc:sldMasterMk cId="0" sldId="2147483688"/>
        </pc:sldMasterMkLst>
        <pc:sldLayoutChg chg="del">
          <pc:chgData name="haripericharla@gmail.com" userId="d5eb0087d6889256" providerId="LiveId" clId="{09A44873-7AD6-429E-A6C4-D74034482F3F}" dt="2025-04-27T06:52:08.589" v="1"/>
          <pc:sldLayoutMkLst>
            <pc:docMk/>
            <pc:sldMasterMk cId="0" sldId="2147483688"/>
            <pc:sldLayoutMk cId="0" sldId="2147483689"/>
          </pc:sldLayoutMkLst>
        </pc:sldLayoutChg>
      </pc:sldMasterChg>
      <pc:sldMasterChg chg="del delSldLayout">
        <pc:chgData name="haripericharla@gmail.com" userId="d5eb0087d6889256" providerId="LiveId" clId="{09A44873-7AD6-429E-A6C4-D74034482F3F}" dt="2025-04-27T06:52:08.589" v="1"/>
        <pc:sldMasterMkLst>
          <pc:docMk/>
          <pc:sldMasterMk cId="0" sldId="2147483690"/>
        </pc:sldMasterMkLst>
        <pc:sldLayoutChg chg="del">
          <pc:chgData name="haripericharla@gmail.com" userId="d5eb0087d6889256" providerId="LiveId" clId="{09A44873-7AD6-429E-A6C4-D74034482F3F}" dt="2025-04-27T06:52:08.589" v="1"/>
          <pc:sldLayoutMkLst>
            <pc:docMk/>
            <pc:sldMasterMk cId="0" sldId="2147483690"/>
            <pc:sldLayoutMk cId="0" sldId="2147483691"/>
          </pc:sldLayoutMkLst>
        </pc:sldLayoutChg>
      </pc:sldMasterChg>
      <pc:sldMasterChg chg="del delSldLayout">
        <pc:chgData name="haripericharla@gmail.com" userId="d5eb0087d6889256" providerId="LiveId" clId="{09A44873-7AD6-429E-A6C4-D74034482F3F}" dt="2025-04-27T06:52:08.589" v="1"/>
        <pc:sldMasterMkLst>
          <pc:docMk/>
          <pc:sldMasterMk cId="0" sldId="2147483692"/>
        </pc:sldMasterMkLst>
        <pc:sldLayoutChg chg="del">
          <pc:chgData name="haripericharla@gmail.com" userId="d5eb0087d6889256" providerId="LiveId" clId="{09A44873-7AD6-429E-A6C4-D74034482F3F}" dt="2025-04-27T06:52:08.589" v="1"/>
          <pc:sldLayoutMkLst>
            <pc:docMk/>
            <pc:sldMasterMk cId="0" sldId="2147483692"/>
            <pc:sldLayoutMk cId="0" sldId="2147483693"/>
          </pc:sldLayoutMkLst>
        </pc:sldLayoutChg>
      </pc:sldMasterChg>
      <pc:sldMasterChg chg="del delSldLayout">
        <pc:chgData name="haripericharla@gmail.com" userId="d5eb0087d6889256" providerId="LiveId" clId="{09A44873-7AD6-429E-A6C4-D74034482F3F}" dt="2025-04-27T06:52:08.589" v="1"/>
        <pc:sldMasterMkLst>
          <pc:docMk/>
          <pc:sldMasterMk cId="0" sldId="2147483694"/>
        </pc:sldMasterMkLst>
        <pc:sldLayoutChg chg="del">
          <pc:chgData name="haripericharla@gmail.com" userId="d5eb0087d6889256" providerId="LiveId" clId="{09A44873-7AD6-429E-A6C4-D74034482F3F}" dt="2025-04-27T06:52:08.589" v="1"/>
          <pc:sldLayoutMkLst>
            <pc:docMk/>
            <pc:sldMasterMk cId="0" sldId="2147483694"/>
            <pc:sldLayoutMk cId="0" sldId="2147483695"/>
          </pc:sldLayoutMkLst>
        </pc:sldLayoutChg>
      </pc:sldMasterChg>
      <pc:sldMasterChg chg="del delSldLayout">
        <pc:chgData name="haripericharla@gmail.com" userId="d5eb0087d6889256" providerId="LiveId" clId="{09A44873-7AD6-429E-A6C4-D74034482F3F}" dt="2025-04-27T06:52:08.589" v="1"/>
        <pc:sldMasterMkLst>
          <pc:docMk/>
          <pc:sldMasterMk cId="0" sldId="2147483696"/>
        </pc:sldMasterMkLst>
        <pc:sldLayoutChg chg="del">
          <pc:chgData name="haripericharla@gmail.com" userId="d5eb0087d6889256" providerId="LiveId" clId="{09A44873-7AD6-429E-A6C4-D74034482F3F}" dt="2025-04-27T06:52:08.589" v="1"/>
          <pc:sldLayoutMkLst>
            <pc:docMk/>
            <pc:sldMasterMk cId="0" sldId="2147483696"/>
            <pc:sldLayoutMk cId="0" sldId="2147483697"/>
          </pc:sldLayoutMkLst>
        </pc:sldLayoutChg>
      </pc:sldMasterChg>
      <pc:sldMasterChg chg="del delSldLayout">
        <pc:chgData name="haripericharla@gmail.com" userId="d5eb0087d6889256" providerId="LiveId" clId="{09A44873-7AD6-429E-A6C4-D74034482F3F}" dt="2025-04-27T06:52:08.589" v="1"/>
        <pc:sldMasterMkLst>
          <pc:docMk/>
          <pc:sldMasterMk cId="0" sldId="2147483698"/>
        </pc:sldMasterMkLst>
        <pc:sldLayoutChg chg="del">
          <pc:chgData name="haripericharla@gmail.com" userId="d5eb0087d6889256" providerId="LiveId" clId="{09A44873-7AD6-429E-A6C4-D74034482F3F}" dt="2025-04-27T06:52:08.589" v="1"/>
          <pc:sldLayoutMkLst>
            <pc:docMk/>
            <pc:sldMasterMk cId="0" sldId="2147483698"/>
            <pc:sldLayoutMk cId="0" sldId="214748369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540000"/>
            <a:ext cx="516024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5" name="PlaceHolder 2"/>
          <p:cNvSpPr>
            <a:spLocks noGrp="1"/>
          </p:cNvSpPr>
          <p:nvPr>
            <p:ph type="subTitle"/>
          </p:nvPr>
        </p:nvSpPr>
        <p:spPr>
          <a:xfrm>
            <a:off x="6079320" y="0"/>
            <a:ext cx="3064320" cy="4755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1438920"/>
            <a:ext cx="4926960" cy="152244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a:rPr>
              <a:t>Click to edit the title text format</a:t>
            </a:r>
          </a:p>
        </p:txBody>
      </p:sp>
      <p:sp>
        <p:nvSpPr>
          <p:cNvPr id="5" name="PlaceHolder 2"/>
          <p:cNvSpPr>
            <a:spLocks noGrp="1"/>
          </p:cNvSpPr>
          <p:nvPr>
            <p:ph type="body"/>
          </p:nvPr>
        </p:nvSpPr>
        <p:spPr>
          <a:xfrm>
            <a:off x="6079320" y="387360"/>
            <a:ext cx="3064320" cy="4755960"/>
          </a:xfrm>
          <a:prstGeom prst="rect">
            <a:avLst/>
          </a:prstGeom>
          <a:noFill/>
          <a:ln w="0">
            <a:noFill/>
          </a:ln>
        </p:spPr>
        <p:txBody>
          <a:bodyPr lIns="90000" tIns="45000" rIns="90000" bIns="45000" anchor="t">
            <a:normAutofit fontScale="68333"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 name="Google Shape;12;p2"/>
          <p:cNvSpPr/>
          <p:nvPr/>
        </p:nvSpPr>
        <p:spPr>
          <a:xfrm>
            <a:off x="0" y="-18720"/>
            <a:ext cx="9143640" cy="4057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 name="Google Shape;13;p2"/>
          <p:cNvSpPr/>
          <p:nvPr/>
        </p:nvSpPr>
        <p:spPr>
          <a:xfrm>
            <a:off x="0" y="4621320"/>
            <a:ext cx="713160" cy="521640"/>
          </a:xfrm>
          <a:prstGeom prst="diamond">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3740400" y="878760"/>
            <a:ext cx="4496760" cy="102744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20" name="PlaceHolder 2"/>
          <p:cNvSpPr>
            <a:spLocks noGrp="1"/>
          </p:cNvSpPr>
          <p:nvPr>
            <p:ph type="body"/>
          </p:nvPr>
        </p:nvSpPr>
        <p:spPr>
          <a:xfrm>
            <a:off x="0" y="0"/>
            <a:ext cx="3064320" cy="4737240"/>
          </a:xfrm>
          <a:prstGeom prst="rect">
            <a:avLst/>
          </a:prstGeom>
          <a:noFill/>
          <a:ln w="0">
            <a:noFill/>
          </a:ln>
        </p:spPr>
        <p:txBody>
          <a:bodyPr lIns="90000" tIns="45000" rIns="90000" bIns="45000" anchor="t">
            <a:normAutofit fontScale="68333"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21" name="Google Shape;83;p14"/>
          <p:cNvSpPr/>
          <p:nvPr/>
        </p:nvSpPr>
        <p:spPr>
          <a:xfrm>
            <a:off x="0" y="4737600"/>
            <a:ext cx="9143640" cy="4057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2" name="Google Shape;84;p14"/>
          <p:cNvSpPr/>
          <p:nvPr/>
        </p:nvSpPr>
        <p:spPr>
          <a:xfrm>
            <a:off x="8430840" y="0"/>
            <a:ext cx="713160" cy="521640"/>
          </a:xfrm>
          <a:prstGeom prst="diamond">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1775520" y="925200"/>
            <a:ext cx="4723920" cy="1055160"/>
          </a:xfrm>
          <a:prstGeom prst="rect">
            <a:avLst/>
          </a:prstGeom>
          <a:noFill/>
          <a:ln w="0">
            <a:noFill/>
          </a:ln>
        </p:spPr>
        <p:txBody>
          <a:bodyPr lIns="91440" tIns="91440" rIns="91440" bIns="91440" anchor="b">
            <a:noAutofit/>
          </a:bodyPr>
          <a:lstStyle/>
          <a:p>
            <a:pPr indent="0">
              <a:buNone/>
            </a:pPr>
            <a:r>
              <a:rPr lang="fr-FR" sz="3000" b="0" strike="noStrike" spc="-1">
                <a:solidFill>
                  <a:schemeClr val="dk1"/>
                </a:solidFill>
                <a:latin typeface="Arial"/>
              </a:rPr>
              <a:t>Click to edit the title text format</a:t>
            </a:r>
          </a:p>
        </p:txBody>
      </p:sp>
      <p:sp>
        <p:nvSpPr>
          <p:cNvPr id="24" name="Google Shape;88;p15"/>
          <p:cNvSpPr/>
          <p:nvPr/>
        </p:nvSpPr>
        <p:spPr>
          <a:xfrm rot="16200000">
            <a:off x="6366240" y="2376000"/>
            <a:ext cx="5157360" cy="40572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5" name="Google Shape;89;p15"/>
          <p:cNvSpPr/>
          <p:nvPr/>
        </p:nvSpPr>
        <p:spPr>
          <a:xfrm>
            <a:off x="0" y="0"/>
            <a:ext cx="713160" cy="521640"/>
          </a:xfrm>
          <a:prstGeom prst="diamond">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2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714240" y="1438200"/>
            <a:ext cx="4924080" cy="1523520"/>
          </a:xfrm>
          <a:prstGeom prst="rect">
            <a:avLst/>
          </a:prstGeom>
          <a:noFill/>
          <a:ln w="0">
            <a:noFill/>
          </a:ln>
        </p:spPr>
        <p:txBody>
          <a:bodyPr lIns="91440" tIns="91440" rIns="91440" bIns="91440" anchor="b">
            <a:normAutofit/>
          </a:bodyPr>
          <a:lstStyle/>
          <a:p>
            <a:pPr indent="0">
              <a:lnSpc>
                <a:spcPct val="100000"/>
              </a:lnSpc>
              <a:spcAft>
                <a:spcPts val="201"/>
              </a:spcAft>
              <a:buNone/>
              <a:tabLst>
                <a:tab pos="0" algn="l"/>
              </a:tabLst>
            </a:pPr>
            <a:r>
              <a:rPr lang="en" sz="3500" b="1" strike="noStrike" spc="-1">
                <a:solidFill>
                  <a:schemeClr val="dk1"/>
                </a:solidFill>
                <a:latin typeface="Aboreto"/>
                <a:ea typeface="Aboreto"/>
              </a:rPr>
              <a:t>FindMyHome</a:t>
            </a:r>
            <a:endParaRPr lang="fr-FR" sz="3500" b="0" strike="noStrike" spc="-1">
              <a:solidFill>
                <a:schemeClr val="dk1"/>
              </a:solidFill>
              <a:latin typeface="Arial"/>
            </a:endParaRPr>
          </a:p>
        </p:txBody>
      </p:sp>
      <p:sp>
        <p:nvSpPr>
          <p:cNvPr id="98" name="PlaceHolder 2"/>
          <p:cNvSpPr>
            <a:spLocks noGrp="1"/>
          </p:cNvSpPr>
          <p:nvPr>
            <p:ph type="subTitle"/>
          </p:nvPr>
        </p:nvSpPr>
        <p:spPr>
          <a:xfrm>
            <a:off x="714240" y="3086280"/>
            <a:ext cx="4752720" cy="552240"/>
          </a:xfrm>
          <a:prstGeom prst="rect">
            <a:avLst/>
          </a:prstGeom>
          <a:solidFill>
            <a:schemeClr val="accent1"/>
          </a:solidFill>
          <a:ln w="0">
            <a:noFill/>
          </a:ln>
        </p:spPr>
        <p:txBody>
          <a:bodyPr lIns="91440" tIns="91440" rIns="91440" bIns="91440" anchor="t">
            <a:normAutofit/>
          </a:bodyPr>
          <a:lstStyle/>
          <a:p>
            <a:pPr indent="0">
              <a:lnSpc>
                <a:spcPct val="100000"/>
              </a:lnSpc>
              <a:buNone/>
              <a:tabLst>
                <a:tab pos="0" algn="l"/>
              </a:tabLst>
            </a:pPr>
            <a:r>
              <a:rPr lang="en" sz="1600" b="0" strike="noStrike" spc="-1">
                <a:solidFill>
                  <a:schemeClr val="dk1"/>
                </a:solidFill>
                <a:latin typeface="IBM Plex Sans"/>
                <a:ea typeface="IBM Plex Sans"/>
              </a:rPr>
              <a:t>A Smart Platform for Hassle-Free Room Rentals</a:t>
            </a:r>
            <a:endParaRPr lang="en-US" sz="1600" b="0" strike="noStrike" spc="-1">
              <a:solidFill>
                <a:srgbClr val="000000"/>
              </a:solidFill>
              <a:latin typeface="OpenSymbol"/>
            </a:endParaRPr>
          </a:p>
        </p:txBody>
      </p:sp>
      <p:pic>
        <p:nvPicPr>
          <p:cNvPr id="3" name="Picture 2">
            <a:extLst>
              <a:ext uri="{FF2B5EF4-FFF2-40B4-BE49-F238E27FC236}">
                <a16:creationId xmlns:a16="http://schemas.microsoft.com/office/drawing/2014/main" id="{2C576519-5111-7712-DDCE-BC8F7F38D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2394" y="383721"/>
            <a:ext cx="3061606" cy="47597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3743280" y="876240"/>
            <a:ext cx="449532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Aboreto"/>
                <a:ea typeface="Aboreto"/>
              </a:rPr>
              <a:t>Introduction</a:t>
            </a:r>
            <a:endParaRPr lang="fr-FR" sz="3000" b="0" strike="noStrike" spc="-1">
              <a:solidFill>
                <a:schemeClr val="dk1"/>
              </a:solidFill>
              <a:latin typeface="Arial"/>
            </a:endParaRPr>
          </a:p>
        </p:txBody>
      </p:sp>
      <p:sp>
        <p:nvSpPr>
          <p:cNvPr id="100" name="PlaceHolder 2"/>
          <p:cNvSpPr>
            <a:spLocks noGrp="1"/>
          </p:cNvSpPr>
          <p:nvPr>
            <p:ph type="subTitle"/>
          </p:nvPr>
        </p:nvSpPr>
        <p:spPr>
          <a:xfrm>
            <a:off x="3743280" y="1962000"/>
            <a:ext cx="4495320" cy="2295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IBM Plex Sans"/>
                <a:ea typeface="IBM Plex Sans"/>
              </a:rPr>
              <a:t>FindMyHome is a web application designed for direct room rentals without brokers. It connects property owners and tenants easily and securely, providing verified listings and smooth communication features</a:t>
            </a:r>
            <a:r>
              <a:rPr lang="en" sz="1200" b="0" strike="noStrike" spc="-1" dirty="0">
                <a:solidFill>
                  <a:schemeClr val="dk1"/>
                </a:solidFill>
                <a:latin typeface="IBM Plex Sans"/>
                <a:ea typeface="IBM Plex Sans"/>
              </a:rPr>
              <a:t>.</a:t>
            </a:r>
            <a:endParaRPr lang="en-US" sz="1200" b="0" strike="noStrike" spc="-1" dirty="0">
              <a:solidFill>
                <a:srgbClr val="000000"/>
              </a:solidFill>
              <a:latin typeface="OpenSymbol"/>
            </a:endParaRPr>
          </a:p>
        </p:txBody>
      </p:sp>
      <p:pic>
        <p:nvPicPr>
          <p:cNvPr id="101" name="Google Shape;216;p32"/>
          <p:cNvPicPr/>
          <p:nvPr/>
        </p:nvPicPr>
        <p:blipFill>
          <a:blip r:embed="rId2"/>
          <a:srcRect l="23918" r="34319" b="3138"/>
          <a:stretch/>
        </p:blipFill>
        <p:spPr>
          <a:xfrm>
            <a:off x="0" y="0"/>
            <a:ext cx="3064320" cy="4737240"/>
          </a:xfrm>
          <a:prstGeom prst="rect">
            <a:avLst/>
          </a:prstGeom>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1771560" y="923760"/>
            <a:ext cx="4723920" cy="10569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Aboreto"/>
                <a:ea typeface="Aboreto"/>
              </a:rPr>
              <a:t>Direct Rentals</a:t>
            </a:r>
            <a:endParaRPr lang="fr-FR" sz="3000" b="0" strike="noStrike" spc="-1">
              <a:solidFill>
                <a:schemeClr val="dk1"/>
              </a:solidFill>
              <a:latin typeface="Arial"/>
            </a:endParaRPr>
          </a:p>
        </p:txBody>
      </p:sp>
      <p:sp>
        <p:nvSpPr>
          <p:cNvPr id="106" name="PlaceHolder 2"/>
          <p:cNvSpPr>
            <a:spLocks noGrp="1"/>
          </p:cNvSpPr>
          <p:nvPr>
            <p:ph type="subTitle"/>
          </p:nvPr>
        </p:nvSpPr>
        <p:spPr>
          <a:xfrm>
            <a:off x="1771560" y="2133720"/>
            <a:ext cx="4723920" cy="2066400"/>
          </a:xfrm>
          <a:prstGeom prst="rect">
            <a:avLst/>
          </a:prstGeom>
          <a:noFill/>
          <a:ln w="0">
            <a:noFill/>
          </a:ln>
        </p:spPr>
        <p:txBody>
          <a:bodyPr lIns="91440" tIns="91440" rIns="91440" bIns="91440" anchor="t">
            <a:noAutofit/>
          </a:bodyPr>
          <a:lstStyle/>
          <a:p>
            <a:pPr marL="457200" indent="-304920">
              <a:lnSpc>
                <a:spcPct val="100000"/>
              </a:lnSpc>
              <a:buNone/>
              <a:tabLst>
                <a:tab pos="0" algn="l"/>
              </a:tabLst>
            </a:pPr>
            <a:r>
              <a:rPr lang="en" sz="1600" b="0" strike="noStrike" spc="-1" dirty="0">
                <a:solidFill>
                  <a:schemeClr val="dk1"/>
                </a:solidFill>
                <a:latin typeface="IBM Plex Sans"/>
                <a:ea typeface="IBM Plex Sans"/>
              </a:rPr>
              <a:t>FindMyHome offers a streamlined platform for direct room rentals, eliminating the need for intermediaries like brokers. This approach not only reduces costs for tenants but also allows property owners to manage their listings efficiently. Users benefit from a more personalized experience, fostering trust between renters and owners.</a:t>
            </a:r>
            <a:endParaRPr lang="en-US" sz="1600" b="0" strike="noStrike" spc="-1" dirty="0">
              <a:solidFill>
                <a:srgbClr val="000000"/>
              </a:solidFill>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3743280" y="876240"/>
            <a:ext cx="449532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Aboreto"/>
                <a:ea typeface="Aboreto"/>
              </a:rPr>
              <a:t>User Connectivity</a:t>
            </a:r>
            <a:endParaRPr lang="fr-FR" sz="3000" b="0" strike="noStrike" spc="-1">
              <a:solidFill>
                <a:schemeClr val="dk1"/>
              </a:solidFill>
              <a:latin typeface="Arial"/>
            </a:endParaRPr>
          </a:p>
        </p:txBody>
      </p:sp>
      <p:sp>
        <p:nvSpPr>
          <p:cNvPr id="108" name="PlaceHolder 2"/>
          <p:cNvSpPr>
            <a:spLocks noGrp="1"/>
          </p:cNvSpPr>
          <p:nvPr>
            <p:ph type="subTitle"/>
          </p:nvPr>
        </p:nvSpPr>
        <p:spPr>
          <a:xfrm>
            <a:off x="3743280" y="1962000"/>
            <a:ext cx="4495320" cy="2295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600" b="0" strike="noStrike" spc="-1" dirty="0">
                <a:solidFill>
                  <a:schemeClr val="dk1"/>
                </a:solidFill>
                <a:latin typeface="IBM Plex Sans"/>
                <a:ea typeface="IBM Plex Sans"/>
              </a:rPr>
              <a:t>The platform prioritizes seamless connectivity between property owners and tenants. Through its user-friendly interface, potential renters can easily view listings, communicate with owners, and schedule viewings. This efficient communication process enhances user satisfaction, facilitating quicker decisions and bookings.</a:t>
            </a:r>
            <a:endParaRPr lang="en-US" sz="1600" b="0" strike="noStrike" spc="-1" dirty="0">
              <a:solidFill>
                <a:srgbClr val="000000"/>
              </a:solidFill>
              <a:latin typeface="OpenSymbol"/>
            </a:endParaRPr>
          </a:p>
        </p:txBody>
      </p:sp>
      <p:pic>
        <p:nvPicPr>
          <p:cNvPr id="109" name="Google Shape;216;p32"/>
          <p:cNvPicPr/>
          <p:nvPr/>
        </p:nvPicPr>
        <p:blipFill>
          <a:blip r:embed="rId2"/>
          <a:srcRect l="23918" r="34319" b="3138"/>
          <a:stretch/>
        </p:blipFill>
        <p:spPr>
          <a:xfrm>
            <a:off x="0" y="0"/>
            <a:ext cx="3064320" cy="4737240"/>
          </a:xfrm>
          <a:prstGeom prst="rect">
            <a:avLst/>
          </a:prstGeom>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1771560" y="923760"/>
            <a:ext cx="4723920" cy="10569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Aboreto"/>
                <a:ea typeface="Aboreto"/>
              </a:rPr>
              <a:t>Security Features</a:t>
            </a:r>
            <a:endParaRPr lang="fr-FR" sz="3000" b="0" strike="noStrike" spc="-1">
              <a:solidFill>
                <a:schemeClr val="dk1"/>
              </a:solidFill>
              <a:latin typeface="Arial"/>
            </a:endParaRPr>
          </a:p>
        </p:txBody>
      </p:sp>
      <p:sp>
        <p:nvSpPr>
          <p:cNvPr id="111" name="PlaceHolder 2"/>
          <p:cNvSpPr>
            <a:spLocks noGrp="1"/>
          </p:cNvSpPr>
          <p:nvPr>
            <p:ph type="subTitle"/>
          </p:nvPr>
        </p:nvSpPr>
        <p:spPr>
          <a:xfrm>
            <a:off x="1771560" y="2133720"/>
            <a:ext cx="5208904" cy="2066400"/>
          </a:xfrm>
          <a:prstGeom prst="rect">
            <a:avLst/>
          </a:prstGeom>
          <a:noFill/>
          <a:ln w="0">
            <a:noFill/>
          </a:ln>
        </p:spPr>
        <p:txBody>
          <a:bodyPr lIns="91440" tIns="91440" rIns="91440" bIns="91440" anchor="t">
            <a:noAutofit/>
          </a:bodyPr>
          <a:lstStyle/>
          <a:p>
            <a:pPr marL="457200" indent="-304920">
              <a:lnSpc>
                <a:spcPct val="100000"/>
              </a:lnSpc>
              <a:buNone/>
              <a:tabLst>
                <a:tab pos="0" algn="l"/>
              </a:tabLst>
            </a:pPr>
            <a:r>
              <a:rPr lang="en" sz="1600" b="0" strike="noStrike" spc="-1" dirty="0">
                <a:solidFill>
                  <a:schemeClr val="dk1"/>
                </a:solidFill>
                <a:latin typeface="IBM Plex Sans"/>
                <a:ea typeface="IBM Plex Sans"/>
              </a:rPr>
              <a:t>FindMyHome employs advanced security protocols to ensure a safe and reliable user experience. This includes an OTP-based login system that adds an extra layer of authentication for users during the sign-in process. Additionally, all transactions on the platform are encrypted, safeguarding personal and financial data against unauthorized access. Regular updates and maintenance are conducted to enhance security measures and keep user information protected.</a:t>
            </a:r>
            <a:endParaRPr lang="en-US" sz="1600" b="0" strike="noStrike" spc="-1" dirty="0">
              <a:solidFill>
                <a:srgbClr val="000000"/>
              </a:solidFill>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771560" y="923760"/>
            <a:ext cx="4723920" cy="10569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Aboreto"/>
                <a:ea typeface="Aboreto"/>
              </a:rPr>
              <a:t>Login &amp; Signup</a:t>
            </a:r>
            <a:endParaRPr lang="fr-FR" sz="3000" b="0" strike="noStrike" spc="-1">
              <a:solidFill>
                <a:schemeClr val="dk1"/>
              </a:solidFill>
              <a:latin typeface="Arial"/>
            </a:endParaRPr>
          </a:p>
        </p:txBody>
      </p:sp>
      <p:sp>
        <p:nvSpPr>
          <p:cNvPr id="116" name="PlaceHolder 2"/>
          <p:cNvSpPr>
            <a:spLocks noGrp="1"/>
          </p:cNvSpPr>
          <p:nvPr>
            <p:ph type="subTitle"/>
          </p:nvPr>
        </p:nvSpPr>
        <p:spPr>
          <a:xfrm>
            <a:off x="1771560" y="2133720"/>
            <a:ext cx="4866004" cy="2152530"/>
          </a:xfrm>
          <a:prstGeom prst="rect">
            <a:avLst/>
          </a:prstGeom>
          <a:noFill/>
          <a:ln w="0">
            <a:noFill/>
          </a:ln>
        </p:spPr>
        <p:txBody>
          <a:bodyPr lIns="91440" tIns="91440" rIns="91440" bIns="91440" anchor="t">
            <a:noAutofit/>
          </a:bodyPr>
          <a:lstStyle/>
          <a:p>
            <a:pPr marL="457200" indent="-304920">
              <a:lnSpc>
                <a:spcPct val="100000"/>
              </a:lnSpc>
              <a:buNone/>
              <a:tabLst>
                <a:tab pos="0" algn="l"/>
              </a:tabLst>
            </a:pPr>
            <a:r>
              <a:rPr lang="en" sz="1600" b="0" strike="noStrike" spc="-1" dirty="0">
                <a:solidFill>
                  <a:schemeClr val="dk1"/>
                </a:solidFill>
                <a:latin typeface="IBM Plex Sans"/>
                <a:ea typeface="IBM Plex Sans"/>
              </a:rPr>
              <a:t>The platform features a user-friendly login and signup module that simplifies the registration process for both tenants and property owners. New users can quickly create their accounts with just a few steps, while returning users can access their accounts securely. The dashboard provides easy navigation for managing listings and bookings, streamlining the overall user experience.</a:t>
            </a:r>
            <a:endParaRPr lang="en-US" sz="1600" b="0" strike="noStrike" spc="-1" dirty="0">
              <a:solidFill>
                <a:srgbClr val="000000"/>
              </a:solidFill>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771560" y="923760"/>
            <a:ext cx="4723920" cy="10569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dirty="0">
                <a:solidFill>
                  <a:schemeClr val="dk1"/>
                </a:solidFill>
                <a:latin typeface="Aboreto"/>
                <a:ea typeface="Aboreto"/>
              </a:rPr>
              <a:t>Video Call Integration</a:t>
            </a:r>
            <a:endParaRPr lang="fr-FR" sz="3000" b="0" strike="noStrike" spc="-1" dirty="0">
              <a:solidFill>
                <a:schemeClr val="dk1"/>
              </a:solidFill>
              <a:latin typeface="Arial"/>
            </a:endParaRPr>
          </a:p>
        </p:txBody>
      </p:sp>
      <p:sp>
        <p:nvSpPr>
          <p:cNvPr id="118" name="PlaceHolder 2"/>
          <p:cNvSpPr>
            <a:spLocks noGrp="1"/>
          </p:cNvSpPr>
          <p:nvPr>
            <p:ph type="subTitle"/>
          </p:nvPr>
        </p:nvSpPr>
        <p:spPr>
          <a:xfrm>
            <a:off x="1771560" y="2133720"/>
            <a:ext cx="5208904" cy="2066400"/>
          </a:xfrm>
          <a:prstGeom prst="rect">
            <a:avLst/>
          </a:prstGeom>
          <a:noFill/>
          <a:ln w="0">
            <a:noFill/>
          </a:ln>
        </p:spPr>
        <p:txBody>
          <a:bodyPr lIns="91440" tIns="91440" rIns="91440" bIns="91440" anchor="t">
            <a:noAutofit/>
          </a:bodyPr>
          <a:lstStyle/>
          <a:p>
            <a:pPr marL="457200" indent="-304920">
              <a:lnSpc>
                <a:spcPct val="100000"/>
              </a:lnSpc>
              <a:buNone/>
              <a:tabLst>
                <a:tab pos="0" algn="l"/>
              </a:tabLst>
            </a:pPr>
            <a:r>
              <a:rPr lang="en" sz="1600" b="0" strike="noStrike" spc="-1" dirty="0">
                <a:solidFill>
                  <a:schemeClr val="dk1"/>
                </a:solidFill>
                <a:latin typeface="IBM Plex Sans"/>
                <a:ea typeface="IBM Plex Sans"/>
              </a:rPr>
              <a:t>FindMyHome incorporates a video call feature that enables potential renters to engage with property owners directly. This feature allows users to schedule and join live discussions, enhancing the property viewing experience by allowing them to see the room conditions in real-time. This innovative approach not only saves time but also builds trust between both parties, facilitating transparent communication.</a:t>
            </a:r>
            <a:endParaRPr lang="en-US" sz="1600" b="0" strike="noStrike" spc="-1" dirty="0">
              <a:solidFill>
                <a:srgbClr val="000000"/>
              </a:solidFill>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3743280" y="876240"/>
            <a:ext cx="449532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dirty="0">
                <a:solidFill>
                  <a:schemeClr val="dk1"/>
                </a:solidFill>
                <a:latin typeface="Aboreto"/>
                <a:ea typeface="Aboreto"/>
              </a:rPr>
              <a:t>Search Filters</a:t>
            </a:r>
            <a:endParaRPr lang="fr-FR" sz="3000" b="0" strike="noStrike" spc="-1" dirty="0">
              <a:solidFill>
                <a:schemeClr val="dk1"/>
              </a:solidFill>
              <a:latin typeface="Arial"/>
            </a:endParaRPr>
          </a:p>
        </p:txBody>
      </p:sp>
      <p:sp>
        <p:nvSpPr>
          <p:cNvPr id="120" name="PlaceHolder 2"/>
          <p:cNvSpPr>
            <a:spLocks noGrp="1"/>
          </p:cNvSpPr>
          <p:nvPr>
            <p:ph type="subTitle"/>
          </p:nvPr>
        </p:nvSpPr>
        <p:spPr>
          <a:xfrm>
            <a:off x="3743280" y="1962000"/>
            <a:ext cx="4495320" cy="229500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1600" b="0" strike="noStrike" spc="-1" dirty="0">
                <a:solidFill>
                  <a:schemeClr val="dk1"/>
                </a:solidFill>
                <a:latin typeface="IBM Plex Sans"/>
                <a:ea typeface="IBM Plex Sans"/>
              </a:rPr>
              <a:t>The platform offers powerful search filters that allow users to find properties that match their specific needs. Filters include options for budget, property type (e.g., BHK), and furnishing status, making it easy to narrow down the search results. This enhances user satisfaction by ensuring that potential renters can quickly identify rooms that meet their criteria without sifting through irrelevant listings.</a:t>
            </a:r>
            <a:endParaRPr lang="en-US" sz="1600" b="0" strike="noStrike" spc="-1" dirty="0">
              <a:solidFill>
                <a:srgbClr val="000000"/>
              </a:solidFill>
              <a:latin typeface="OpenSymbol"/>
            </a:endParaRPr>
          </a:p>
        </p:txBody>
      </p:sp>
      <p:pic>
        <p:nvPicPr>
          <p:cNvPr id="121" name="Google Shape;216;p32"/>
          <p:cNvPicPr/>
          <p:nvPr/>
        </p:nvPicPr>
        <p:blipFill>
          <a:blip r:embed="rId2"/>
          <a:srcRect l="23918" r="34319" b="3138"/>
          <a:stretch/>
        </p:blipFill>
        <p:spPr>
          <a:xfrm>
            <a:off x="0" y="0"/>
            <a:ext cx="3064320" cy="473724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3743280" y="876240"/>
            <a:ext cx="4495320" cy="10285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000" b="1" strike="noStrike" spc="-1">
                <a:solidFill>
                  <a:schemeClr val="dk1"/>
                </a:solidFill>
                <a:latin typeface="Aboreto"/>
                <a:ea typeface="Aboreto"/>
              </a:rPr>
              <a:t>Conclusions</a:t>
            </a:r>
            <a:endParaRPr lang="fr-FR" sz="3000" b="0" strike="noStrike" spc="-1">
              <a:solidFill>
                <a:schemeClr val="dk1"/>
              </a:solidFill>
              <a:latin typeface="Arial"/>
            </a:endParaRPr>
          </a:p>
        </p:txBody>
      </p:sp>
      <p:sp>
        <p:nvSpPr>
          <p:cNvPr id="123" name="PlaceHolder 2"/>
          <p:cNvSpPr>
            <a:spLocks noGrp="1"/>
          </p:cNvSpPr>
          <p:nvPr>
            <p:ph type="subTitle"/>
          </p:nvPr>
        </p:nvSpPr>
        <p:spPr>
          <a:xfrm>
            <a:off x="3743280" y="1962000"/>
            <a:ext cx="4495320" cy="2295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IBM Plex Sans"/>
                <a:ea typeface="IBM Plex Sans"/>
              </a:rPr>
              <a:t>In summary, FindMyHome stands as a comprehensive solution for hassle-free room rentals. By connecting property owners directly with tenants and offering robust features like secure login procedures, video call integration, and powerful search filters, the platform not only streamlines the rental process but also builds a foundation of trust and reliability.</a:t>
            </a:r>
            <a:endParaRPr lang="en-US" sz="1200" b="0" strike="noStrike" spc="-1">
              <a:solidFill>
                <a:srgbClr val="000000"/>
              </a:solidFill>
              <a:latin typeface="OpenSymbol"/>
            </a:endParaRPr>
          </a:p>
        </p:txBody>
      </p:sp>
      <p:pic>
        <p:nvPicPr>
          <p:cNvPr id="124" name="Google Shape;216;p32"/>
          <p:cNvPicPr/>
          <p:nvPr/>
        </p:nvPicPr>
        <p:blipFill>
          <a:blip r:embed="rId2"/>
          <a:srcRect l="23918" r="34319" b="3138"/>
          <a:stretch/>
        </p:blipFill>
        <p:spPr>
          <a:xfrm>
            <a:off x="0" y="0"/>
            <a:ext cx="3064320" cy="473724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ED192-A629-7938-79FE-1A5165A6E8B8}"/>
              </a:ext>
            </a:extLst>
          </p:cNvPr>
          <p:cNvSpPr>
            <a:spLocks noGrp="1"/>
          </p:cNvSpPr>
          <p:nvPr>
            <p:ph type="title"/>
          </p:nvPr>
        </p:nvSpPr>
        <p:spPr>
          <a:xfrm>
            <a:off x="713160" y="539999"/>
            <a:ext cx="7402140" cy="2186871"/>
          </a:xfrm>
        </p:spPr>
        <p:txBody>
          <a:bodyPr/>
          <a:lstStyle/>
          <a:p>
            <a:r>
              <a:rPr lang="en-IN" dirty="0">
                <a:latin typeface="Aboreto"/>
              </a:rPr>
              <a:t>Thank You!</a:t>
            </a:r>
          </a:p>
        </p:txBody>
      </p:sp>
      <p:sp>
        <p:nvSpPr>
          <p:cNvPr id="3" name="Subtitle 2">
            <a:extLst>
              <a:ext uri="{FF2B5EF4-FFF2-40B4-BE49-F238E27FC236}">
                <a16:creationId xmlns:a16="http://schemas.microsoft.com/office/drawing/2014/main" id="{BFC925F9-95EA-E2AA-1526-973590803B22}"/>
              </a:ext>
            </a:extLst>
          </p:cNvPr>
          <p:cNvSpPr>
            <a:spLocks noGrp="1"/>
          </p:cNvSpPr>
          <p:nvPr>
            <p:ph type="subTitle"/>
          </p:nvPr>
        </p:nvSpPr>
        <p:spPr>
          <a:xfrm flipH="1">
            <a:off x="9143639" y="0"/>
            <a:ext cx="90167" cy="4755960"/>
          </a:xfrm>
        </p:spPr>
        <p:txBody>
          <a:bodyPr/>
          <a:lstStyle/>
          <a:p>
            <a:endParaRPr lang="en-IN" dirty="0"/>
          </a:p>
        </p:txBody>
      </p:sp>
    </p:spTree>
    <p:extLst>
      <p:ext uri="{BB962C8B-B14F-4D97-AF65-F5344CB8AC3E}">
        <p14:creationId xmlns:p14="http://schemas.microsoft.com/office/powerpoint/2010/main" val="4198145073"/>
      </p:ext>
    </p:extLst>
  </p:cSld>
  <p:clrMapOvr>
    <a:masterClrMapping/>
  </p:clrMapOvr>
</p:sld>
</file>

<file path=ppt/theme/theme1.xml><?xml version="1.0" encoding="utf-8"?>
<a:theme xmlns:a="http://schemas.openxmlformats.org/drawingml/2006/main" name="Design Inspiration Project Proposal by Slidesgo">
  <a:themeElements>
    <a:clrScheme name="Simple Light">
      <a:dk1>
        <a:srgbClr val="172C44"/>
      </a:dk1>
      <a:lt1>
        <a:srgbClr val="FFFEF8"/>
      </a:lt1>
      <a:dk2>
        <a:srgbClr val="A0D3D8"/>
      </a:dk2>
      <a:lt2>
        <a:srgbClr val="FF8E6E"/>
      </a:lt2>
      <a:accent1>
        <a:srgbClr val="E2F6F2"/>
      </a:accent1>
      <a:accent2>
        <a:srgbClr val="FFFFFF"/>
      </a:accent2>
      <a:accent3>
        <a:srgbClr val="FFFFFF"/>
      </a:accent3>
      <a:accent4>
        <a:srgbClr val="FFFFFF"/>
      </a:accent4>
      <a:accent5>
        <a:srgbClr val="FFFFFF"/>
      </a:accent5>
      <a:accent6>
        <a:srgbClr val="FFFFFF"/>
      </a:accent6>
      <a:hlink>
        <a:srgbClr val="172C4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Design Inspiration Project Proposal by Slidesgo">
  <a:themeElements>
    <a:clrScheme name="Simple Light">
      <a:dk1>
        <a:srgbClr val="172C44"/>
      </a:dk1>
      <a:lt1>
        <a:srgbClr val="FFFEF8"/>
      </a:lt1>
      <a:dk2>
        <a:srgbClr val="A0D3D8"/>
      </a:dk2>
      <a:lt2>
        <a:srgbClr val="FF8E6E"/>
      </a:lt2>
      <a:accent1>
        <a:srgbClr val="E2F6F2"/>
      </a:accent1>
      <a:accent2>
        <a:srgbClr val="FFFFFF"/>
      </a:accent2>
      <a:accent3>
        <a:srgbClr val="FFFFFF"/>
      </a:accent3>
      <a:accent4>
        <a:srgbClr val="FFFFFF"/>
      </a:accent4>
      <a:accent5>
        <a:srgbClr val="FFFFFF"/>
      </a:accent5>
      <a:accent6>
        <a:srgbClr val="FFFFFF"/>
      </a:accent6>
      <a:hlink>
        <a:srgbClr val="172C4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Design Inspiration Project Proposal by Slidesgo">
  <a:themeElements>
    <a:clrScheme name="Simple Light">
      <a:dk1>
        <a:srgbClr val="172C44"/>
      </a:dk1>
      <a:lt1>
        <a:srgbClr val="FFFEF8"/>
      </a:lt1>
      <a:dk2>
        <a:srgbClr val="A0D3D8"/>
      </a:dk2>
      <a:lt2>
        <a:srgbClr val="FF8E6E"/>
      </a:lt2>
      <a:accent1>
        <a:srgbClr val="E2F6F2"/>
      </a:accent1>
      <a:accent2>
        <a:srgbClr val="FFFFFF"/>
      </a:accent2>
      <a:accent3>
        <a:srgbClr val="FFFFFF"/>
      </a:accent3>
      <a:accent4>
        <a:srgbClr val="FFFFFF"/>
      </a:accent4>
      <a:accent5>
        <a:srgbClr val="FFFFFF"/>
      </a:accent5>
      <a:accent6>
        <a:srgbClr val="FFFFFF"/>
      </a:accent6>
      <a:hlink>
        <a:srgbClr val="172C44"/>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TotalTime>
  <Words>474</Words>
  <Application>Microsoft Office PowerPoint</Application>
  <PresentationFormat>On-screen Show (16:9)</PresentationFormat>
  <Paragraphs>19</Paragraphs>
  <Slides>10</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10</vt:i4>
      </vt:variant>
    </vt:vector>
  </HeadingPairs>
  <TitlesOfParts>
    <vt:vector size="19" baseType="lpstr">
      <vt:lpstr>Aboreto</vt:lpstr>
      <vt:lpstr>Arial</vt:lpstr>
      <vt:lpstr>IBM Plex Sans</vt:lpstr>
      <vt:lpstr>OpenSymbol</vt:lpstr>
      <vt:lpstr>Symbol</vt:lpstr>
      <vt:lpstr>Wingdings</vt:lpstr>
      <vt:lpstr>Design Inspiration Project Proposal by Slidesgo</vt:lpstr>
      <vt:lpstr>Design Inspiration Project Proposal by Slidesgo</vt:lpstr>
      <vt:lpstr>Design Inspiration Project Proposal by Slidesgo</vt:lpstr>
      <vt:lpstr>FindMyHome</vt:lpstr>
      <vt:lpstr>Introduction</vt:lpstr>
      <vt:lpstr>Direct Rentals</vt:lpstr>
      <vt:lpstr>User Connectivity</vt:lpstr>
      <vt:lpstr>Security Features</vt:lpstr>
      <vt:lpstr>Login &amp; Signup</vt:lpstr>
      <vt:lpstr>Video Call Integration</vt:lpstr>
      <vt:lpstr>Search Filters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haripericharla@gmail.com</cp:lastModifiedBy>
  <cp:revision>1</cp:revision>
  <dcterms:modified xsi:type="dcterms:W3CDTF">2025-04-29T15:02:28Z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2025-04-27T06:45:35Z</dcterms:created>
  <dc:creator>Unknown Creator</dc:creator>
  <dc:description/>
  <dc:language>en-US</dc:language>
  <cp:lastModifiedBy>Unknown Creator</cp:lastModifiedBy>
  <dcterms:modified xsi:type="dcterms:W3CDTF">2025-04-27T06:45:35Z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